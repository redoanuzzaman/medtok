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UNDERGRADUATE THESIS · WEEKLY PROGRESS REPORT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 of a Medical Multimodal-Specific Tokenizer and a Unified Data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Week 1: problem definition, dataset selection and the unified token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REDOANUZZAMAN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Sichuan University  ·  October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and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1  ·  Oct 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5166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Medical data is heterogeneous: images, ICU vital signs, surgical video, clinical text, 3D scans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Each modality usually gets its own model and its own input format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 single Transformer cannot read a mix of them without a shared 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One discrete token vocabulary for all medical modalities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One sequence format (wire format) with time and position information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 fair comparison of tokenisation strategies on real medical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Calibri"/>
              </a:rPr>
              <a:t>Three representation strategies to compare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A. Continuous projection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Encoder output vectors are passed directly to the model (no discretisation)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526280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6177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B. Vector quantisation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07492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Encoder vectors are mapped to the nearest entry of a learned codebook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526280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6177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C. Event-based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07492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Measurements and annotations become symbolic tokens: &lt;VAR:HR&gt; &lt;VBIN:5&gt; 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Six-week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1  ·  Oct 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46304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23444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Problem definition, datasets, unified token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23444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◀  this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463040" cy="685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0312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4748B"/>
                </a:solidFill>
                <a:latin typeface="Calibri"/>
              </a:rPr>
              <a:t>Image tokenizer on MedMNIST: VQ vs continuous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463040" cy="685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7180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4748B"/>
                </a:solidFill>
                <a:latin typeface="Calibri"/>
              </a:rPr>
              <a:t>Time-series tokenizers on PhysioNet 2012: event / VQ / continuous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79"/>
            <a:ext cx="1463040" cy="685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79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840479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4748B"/>
                </a:solidFill>
                <a:latin typeface="Calibri"/>
              </a:rPr>
              <a:t>Surgical-video tokenizers on Cataract-101; text and point-cloud interfaces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463040" cy="685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70916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4748B"/>
                </a:solidFill>
                <a:latin typeface="Calibri"/>
              </a:rPr>
              <a:t>Downstream comparison: one Transformer, all strategies and 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77840"/>
            <a:ext cx="1463040" cy="685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57784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4748B"/>
                </a:solidFill>
                <a:latin typeface="Calibri"/>
              </a:rPr>
              <a:t>Ablation studies, final results, thesis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Datasets selected (open-access 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1  ·  Oct 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1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749039"/>
                <a:gridCol w="2377440"/>
                <a:gridCol w="2194560"/>
                <a:gridCol w="12801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Modality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Licence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2D images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MedMNIST v2 (Blood / Pneumonia / Derma), 28×28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23,674 train images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8 / 2 / 7-class classification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CC BY 4.0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ICU time-series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PhysioNet 2012 set-a, 37 variables + 4 static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4,000 stays (2,799 / 599 / 602)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In-hospital mortality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ODC-By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Surgical video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Cataract-101, sampled at 2 fps, 64×64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101 surgeries (71 / 15 / 15)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10-phase recognition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CC BY-NC 4.0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Clinical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Templated notes from structured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Interface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3D point cloud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Synthetic surfaces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Interface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38912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73152" cy="2194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4988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Why Cataract-101, not Cholec80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56048"/>
            <a:ext cx="5166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Cholec80 archive returns HTTP 403 (needs CAMMA request)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Cataract-101: closest open surgical video with phase labels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Cholec80 loaders already written, ready if access granted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38912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389120"/>
            <a:ext cx="73152" cy="2194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4988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Data-handling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956048"/>
            <a:ext cx="5166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Patient / video-level splits, fixed seed, no leakage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Normalisation and value bins fitted on the training split only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Request-only data (MIMIC, SCARED) is never downloaded by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Unified token protocol: 13,824-id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1  ·  Oct 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8280" cy="640080"/>
          </a:xfrm>
          <a:prstGeom prst="rect">
            <a:avLst/>
          </a:prstGeom>
          <a:solidFill>
            <a:srgbClr val="47556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5480" y="1371600"/>
            <a:ext cx="208280" cy="640080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760" y="1371600"/>
            <a:ext cx="208280" cy="640080"/>
          </a:xfrm>
          <a:prstGeom prst="rect">
            <a:avLst/>
          </a:prstGeom>
          <a:solidFill>
            <a:srgbClr val="DC262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2040" y="1371600"/>
            <a:ext cx="208280" cy="640080"/>
          </a:xfrm>
          <a:prstGeom prst="rect">
            <a:avLst/>
          </a:prstGeom>
          <a:solidFill>
            <a:srgbClr val="7C2D1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90320" y="1371600"/>
            <a:ext cx="208280" cy="640080"/>
          </a:xfrm>
          <a:prstGeom prst="rect">
            <a:avLst/>
          </a:prstGeom>
          <a:solidFill>
            <a:srgbClr val="9333E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98600" y="1371600"/>
            <a:ext cx="208280" cy="640080"/>
          </a:xfrm>
          <a:prstGeom prst="rect">
            <a:avLst/>
          </a:prstGeom>
          <a:solidFill>
            <a:srgbClr val="DB2777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6880" y="1371600"/>
            <a:ext cx="6664960" cy="640080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6880" y="1371600"/>
            <a:ext cx="666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71840" y="1371600"/>
            <a:ext cx="833120" cy="64008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1840" y="1371600"/>
            <a:ext cx="83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image_vq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4960" y="1371600"/>
            <a:ext cx="833120" cy="640080"/>
          </a:xfrm>
          <a:prstGeom prst="rect">
            <a:avLst/>
          </a:prstGeom>
          <a:solidFill>
            <a:srgbClr val="0891B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4960" y="1371600"/>
            <a:ext cx="83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ts_vq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38080" y="1371600"/>
            <a:ext cx="833120" cy="640080"/>
          </a:xfrm>
          <a:prstGeom prst="rect">
            <a:avLst/>
          </a:prstGeom>
          <a:solidFill>
            <a:srgbClr val="0D948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8080" y="1371600"/>
            <a:ext cx="83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video_vq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71200" y="1371600"/>
            <a:ext cx="833120" cy="640080"/>
          </a:xfrm>
          <a:prstGeom prst="rect">
            <a:avLst/>
          </a:prstGeom>
          <a:solidFill>
            <a:srgbClr val="4F46E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71200" y="1371600"/>
            <a:ext cx="83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pc_vq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057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574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13,823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0574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  ← six 256-id structural ranges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2651760"/>
          <a:ext cx="67665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4023360"/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special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0–255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&lt;BOS&gt; &lt;EOS&gt;, modality start/end, &lt;REP:…&gt;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256–511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&lt;DT:k&gt; time gap (seconds → 30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var / vbin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512–1023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time-series variable + quantile bin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1024–1279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expert-annotated events (e.g. phases)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1280–1535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unsupervised clip states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1536–9727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8,192 sub-word pieces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*_vq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9728–13823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4 codebooks × 1,024 (image/ts/video/pc)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98079" y="2651760"/>
            <a:ext cx="4206240" cy="3520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2651760"/>
            <a:ext cx="73152" cy="3520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2761488"/>
            <a:ext cx="3886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Design choices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218688"/>
            <a:ext cx="38862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Fixed, non-overlapping ranges: never learned, so any tokenizer can be swapped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vs segment kept apart: an annotated phase is never confused with a cluster id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Exact time is kept in a side channel; &lt;DT&gt; tokens are a coarse view of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Sequence format + 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1  ·  Oct 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Calibri"/>
              </a:rPr>
              <a:t>Wire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1600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10972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&lt;BOS&gt;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&lt;TEXT_START&gt; &lt;REP:SUBWORD&gt; w w w … &lt;TEXT_END&gt;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&lt;DT:k&gt; &lt;IMAGE_START&gt; &lt;REP:VQ&gt; &lt;ROW&gt; v v v … &lt;ROW&gt; … &lt;IMAGE_END&gt;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  &lt;DT:k&gt; &lt;TIME_SERIES_START&gt; &lt;REP:EVENT&gt; &lt;STATIC&gt; &lt;VAR:Age&gt; &lt;VBIN:9&gt; … &lt;TIME_SERIES_END&gt;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&lt;EOS&gt;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Calibri"/>
              </a:rPr>
              <a:t>Real output: short note + 12 ICU measurements (40 tokens)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124712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04487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onsolas"/>
              </a:rPr>
              <a:t>&lt;BOS&gt; &lt;TEXT_START&gt; &lt;REP:SUBWORD&gt; &lt;TEXT:40&gt; &lt;TEXT:305&gt; &lt;TEXT:326&gt; &lt;TEXT:11&gt; &lt;TEXT:388&gt; &lt;TEXT:334&gt; &lt;TEXT:306&gt; &lt;TEXT:13&gt; &lt;TEXT_END&gt; &lt;DT:0&gt; &lt;TIME_SERIES_START&gt; &lt;REP:EVENT&gt; &lt;STATIC&gt; &lt;VAR:Age&gt; &lt;VBIN:4&gt; &lt;VAR:Gender&gt; &lt;VBIN:1&gt; &lt;VAR:ICUType&gt; &lt;VBIN:4&gt; &lt;VAR:GCS&gt; &lt;VBIN:9&gt; &lt;VAR:HR&gt; &lt;VBIN:4&gt; &lt;VAR:NIDiasABP&gt; &lt;VBIN:10&gt; &lt;VAR:NIMAP&gt; &lt;VBIN:13&gt; &lt;VAR:NISysABP&gt; &lt;VBIN:14&gt; &lt;VAR:RespRate&gt; &lt;VBIN:7&gt; &lt;VAR:Temp&gt; &lt;VBIN:0&gt; &lt;VAR:Urine&gt; &lt;VBIN:15&gt; &lt;TIME_SERIES_END&gt; &lt;EOS&gt;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Each token also carries side channels: modality id, exact time (minutes), 3-D position, optional confidence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Lossless containers: .npz shards for training and human-readable JSONL (one token per line); a validator checks every sequence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 completed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1  ·  Oct 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34440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Problem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34440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Defined the 5 modalities, 3 strategies and the evaluation metrics: compression, reconstruction, codebook use, sequence length, downstream score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9572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58568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258568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Download / cleaning / splitting for MedMNIST and PhysioNet 2012; Cataract-101 frame cache at 2 fps, 64×64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82696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Protocol spec v0.2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82696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Vocabulary ranges, special tokens, time-delta buckets, wire format, side channels, storage formats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4398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06824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Reference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306824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Python package medical_tokenizer: protocol, serializer, validator, JSONL export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46811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681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30952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330952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Unit + end-to-end tests on synthetic data, so the format is checked without downloads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week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1  ·  Oct 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Plan for Week 2: image tokenizer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Train a patch autoencoder on MedMNIST (Blood / Pneumonia / Derma)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B: vector-quantised version with a 1,024-entry codebook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A: continuous version with the same encoder, as the baseline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Measure reconstruction error, codebook utilisation, tokens per image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Show reconstructed images side by side with the originals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206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Questions for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Cataract-101 acceptable in place of Cholec80, or should I file the CAMMA data request?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templated text OK for the text modality, or is MIMIC credentialed access expected?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the six-week plan and its weekly scope acceptable?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