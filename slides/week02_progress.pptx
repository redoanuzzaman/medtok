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09728" cy="2377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EEAD4"/>
                </a:solidFill>
                <a:latin typeface="Calibri"/>
              </a:rPr>
              <a:t>UNDERGRADUATE THESIS · WEEKLY PROGRESS REPORT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Design of a Medical Multimodal-Specific Tokenizer and a Unified Data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  <a:latin typeface="Calibri"/>
              </a:rPr>
              <a:t>Week 2: image tokenization on MedMNIST (continuous vs VQ)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REDOANUZZAMAN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Sichuan University  ·  October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Recap: Week 1 and supervisor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2  ·  Oct 15,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371600" cy="475488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188720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Foundation and protocol   ✓ 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55648"/>
            <a:ext cx="1371600" cy="47548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55648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755648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Image tokenization (MedMNIST)   ◀ 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22576"/>
            <a:ext cx="1371600" cy="4754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22576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  <a:latin typeface="Calibri"/>
              </a:rPr>
              <a:t>Week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22576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Time series (PhysioNet 2012)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89504"/>
            <a:ext cx="1371600" cy="4754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89504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  <a:latin typeface="Calibri"/>
              </a:rPr>
              <a:t>Week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889504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Adaptation and integration: text, Cataract-101, point clouds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56432"/>
            <a:ext cx="1371600" cy="4754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56432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  <a:latin typeface="Calibri"/>
              </a:rPr>
              <a:t>Week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456432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Downstream tasks and ablations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60"/>
            <a:ext cx="1371600" cy="4754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  <a:latin typeface="Calibri"/>
              </a:rPr>
              <a:t>Week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023360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Reproducibility and delivery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188720"/>
            <a:ext cx="5486400" cy="2148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188720"/>
            <a:ext cx="73152" cy="21488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2984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Done in Week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755648"/>
            <a:ext cx="51663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Unified token protocol v0.2: one vocabulary, one sequence format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Open datasets chosen; data pipeline and splits ready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Reference code + synthetic tests for the format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52044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520440"/>
            <a:ext cx="73152" cy="2377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63016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Calibri"/>
              </a:rPr>
              <a:t>Supervisor feedback (Oct 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087368"/>
            <a:ext cx="5166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Scope = a scoped, reproducible prototype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Images + time series fully implemented; at least two downstream tasks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Text: synthetic notes; video: Cataract-101 phase events; point clouds: interface +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7548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This week: the first fully implemented modality (2D images), and the end-of-Week-2 checkpoint.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Work done: two image tokenizers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2  ·  Oct 15,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Same autoencoder for both:  28×28 image  →  7×7 latent grid  →  28×28 image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926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73152" cy="2926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0136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A. Continuous projection (baseline)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58568"/>
            <a:ext cx="51663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49 positions per image, each one carries an fp16 vector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No discretisation: the encoder output goes straight to the model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These vectors are NOT vocabulary tokens; they are reported as 'continuous vectors'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5486400" cy="2926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91640"/>
            <a:ext cx="73152" cy="2926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0136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B. Vector quantisation (VQ)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58568"/>
            <a:ext cx="51663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Each latent vector → id of the nearest entry in a 1,024-entry codebook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56 vocabulary tokens per image (7×7 codes + 7 &lt;ROW&gt; markers)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Codebook kept alive with EMA updates, cosine lookup and dead-code restarts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Control run: vanilla VQ-VAE without these three remedies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00600"/>
            <a:ext cx="11247120" cy="1463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800600"/>
            <a:ext cx="73152" cy="14630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910328"/>
            <a:ext cx="10927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4748B"/>
                </a:solidFill>
                <a:latin typeface="Calibri"/>
              </a:rPr>
              <a:t>Fair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67528"/>
            <a:ext cx="10927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One tokenizer for all three subsets (Blood, Pneumonia, Derma), trained on the training splits only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Measured on the official test sets: reconstruction (PSNR, SSIM, MAE), compression, codebook use, tokens per image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Results: reconstruction on the test 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2  ·  Oct 15,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reports/tables/table_00.csv, reports/figures/recon_images.png</a:t>
            </a:r>
          </a:p>
        </p:txBody>
      </p:sp>
      <p:pic>
        <p:nvPicPr>
          <p:cNvPr id="7" name="Picture 6" descr="recon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06" y="1051560"/>
            <a:ext cx="4820148" cy="53492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1188720"/>
          <a:ext cx="5943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1005840"/>
                <a:gridCol w="914400"/>
                <a:gridCol w="9144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Subset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PSNR dB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SSIM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BloodMNIST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35.717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0.983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3.053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VQ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28.149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0.916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7.457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PneumoniaMNIST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38.948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0.993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2.132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VQ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29.823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0.944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6.435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DermaMNIST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43.996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0.993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1.193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VQ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32.720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0.928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4.673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60720" y="4251960"/>
            <a:ext cx="59436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Continuous keeps more detail: higher PSNR / SSIM on every subset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VQ images are a little smoother, but cell shape, lung shape and lesion colour stay visible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MAE is in 0–255 pixel units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Results: token counts and compression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2  ·  Oct 15,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reports/tables/table_00.csv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280160"/>
                <a:gridCol w="1371600"/>
                <a:gridCol w="1645920"/>
                <a:gridCol w="1645920"/>
                <a:gridCol w="1554480"/>
                <a:gridCol w="18288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Subset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positions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vocab tokens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cont. vectors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ratio (fixed)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ratio (+overhead)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BloodMNIST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0.750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0.745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VQ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33.595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26.350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PneumoniaMNIST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0.250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0.248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VQ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11.198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8.783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DermaMNIST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0.750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0.745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VQ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33.595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26.350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251960"/>
            <a:ext cx="1124712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251960"/>
            <a:ext cx="73152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Continuous positions carry fp16 vectors: they are NOT vocabulary tokens (vocab tokens = 0 for the continuous baseline).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92040"/>
            <a:ext cx="11247120" cy="1463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892040"/>
            <a:ext cx="73152" cy="14630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01768"/>
            <a:ext cx="10927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4748B"/>
                </a:solidFill>
                <a:latin typeface="Calibri"/>
              </a:rPr>
              <a:t>How to read the ratios (raw bits ÷ token bits)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58968"/>
            <a:ext cx="10927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ratio (fixed): every VQ index costs log2(1,024) bits; every continuous value costs 16 bits (fp16)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ratio (+overhead): also counts the span delimiters &lt;START&gt; &lt;REP&gt; &lt;END&gt; and the decoding metadata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Results: codebook utilisation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2  ·  Oct 15,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reports/tables/table_00.csv, reports/figures/codebook_usage.png</a:t>
            </a:r>
          </a:p>
        </p:txBody>
      </p:sp>
      <p:pic>
        <p:nvPicPr>
          <p:cNvPr id="7" name="Picture 6" descr="codebook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852160" cy="292608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188720"/>
          <a:ext cx="53949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417320"/>
                <a:gridCol w="868680"/>
                <a:gridCol w="685800"/>
                <a:gridCol w="8229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Subset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Codebook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active codes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util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perplexity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BloodMNIST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with remedies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1011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568.245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vanilla VQ-VAE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0.072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45.158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PneumoniaMNIST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with remedies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563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0.550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252.692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vanilla VQ-VAE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0.072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35.442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DermaMNIST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with remedies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962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0.939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376.231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vanilla VQ-VAE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0.071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41.686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669280" cy="1965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389120"/>
            <a:ext cx="73152" cy="1965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498848"/>
            <a:ext cx="5349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What it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56048"/>
            <a:ext cx="53492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Vanilla VQ-VAE collapses: only 74 of 1,024 codes used on BloodMNIST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With the three remedies: 1011 codes used (util 0.987)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Utilisation is measured on the test set, after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114800"/>
            <a:ext cx="5394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 util = active codes ÷ 1,024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 perplexity = 'effective number' of codes (higher = more even use)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 PneumoniaMNIST is grey-scale and very uniform, so it needs fewer codes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Results: do the latents keep meaning?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2  ·  Oct 15,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reports/figures/tsne_image_latents.png</a:t>
            </a:r>
          </a:p>
        </p:txBody>
      </p:sp>
      <p:pic>
        <p:nvPicPr>
          <p:cNvPr id="7" name="Picture 6" descr="tsne_image_lat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66542"/>
            <a:ext cx="6949440" cy="467355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79" y="1188720"/>
            <a:ext cx="4206240" cy="5029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188720"/>
            <a:ext cx="73152" cy="5029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298448"/>
            <a:ext cx="3886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Reading the 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755648"/>
            <a:ext cx="38862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Each dot is one BloodMNIST test cell, coloured by its true cell type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The encoder never saw the labels, but platelets and erythroblasts form their own groups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So the latent space (which VQ then quantises) already holds class information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Other white-cell types overlap: they look similar at 28×28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A qualitative check only; the real test is the classification task in Week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End-of-Week-2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2  ·  Oct 15,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run list: reports/tables/table_03.csv; timing: Modal GPU re-run vs the earlier CPU run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23444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Data readable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234440"/>
            <a:ext cx="74980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MedMNIST (3 subsets) and PhysioNet 2012 load, clean and split with fixed seeds; Cataract-101 frame cache built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3172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Compute enough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331720"/>
            <a:ext cx="74980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GPU re-run on Modal: about 10 min instead of about 17 h on the CPU; all downstream runs repeated on the same hardware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661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42900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Both downstream tasks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429000"/>
            <a:ext cx="74980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MedMNIST classification and PhysioNet 2012 mortality train end to end on the token shards (11 runs finished, 3 seeds each)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11247120" cy="1737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572000"/>
            <a:ext cx="73152" cy="17373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681728"/>
            <a:ext cx="10927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Decision: on schedule, no reduction needed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38928"/>
            <a:ext cx="10927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Keep full sample sizes and fixed splits; images, time series and both tasks stay in scope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Fallback if we fall behind: smaller samples on the same fixed splits; advanced video encoding and point-cloud training move to 'extensions'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Issues and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2  ·  Oct 15,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73152" cy="23774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91C1C"/>
                </a:solidFill>
                <a:latin typeface="Calibri"/>
              </a:rPr>
              <a:t>Codebook collapse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Vanilla VQ-VAE used few codes. Decision: keep EMA + cosine lookup + dead-code restarts; keep vanilla as a control row.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73152" cy="2377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45309"/>
                </a:solidFill>
                <a:latin typeface="Calibri"/>
              </a:rPr>
              <a:t>Low use on PneumoniaMNIST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Only 563 active codes (util 0.550). Grey X-rays are simple; one shared codebook is still used for all subsets.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73152" cy="2377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776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45309"/>
                </a:solidFill>
                <a:latin typeface="Calibri"/>
              </a:rPr>
              <a:t>VQ costs detail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2628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VQ has lower PSNR than continuous. This is the price of discrete tokens; whether it hurts the task is tested in Week 5.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73152" cy="23774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776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64748B"/>
                </a:solidFill>
                <a:latin typeface="Calibri"/>
              </a:rPr>
              <a:t>Continuous ratio below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2628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Continuous ratio (fixed) is 0.750 on BloodMNIST: fp16 vectors take more bits than 8-bit pixels. It is a baseline, not a compressor.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Next week and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2  ·  Oct 15,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4206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Plan for Week 3: time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47088"/>
            <a:ext cx="5166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PhysioNet 2012, 48 h ICU stays, in-hospital mortality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Handle missing values and irregular time (hourly grid + mask)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Encode time with &lt;DT&gt; tokens + exact time side channel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Compare continuous, VQ and event representations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Report reconstruction error, sequence length, compression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73152" cy="42062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898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Calibri"/>
              </a:rPr>
              <a:t>Questions for 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47088"/>
            <a:ext cx="5166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Is PSNR / SSIM / MAE + codebook use enough for the image part, or do you want another metric?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Is the end-of-Week-2 checkpoint accepted (no scope reduction)?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Is it OK to keep one shared codebook for all three MedMNIST subsets?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