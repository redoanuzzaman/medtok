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109728" cy="23774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EEAD4"/>
                </a:solidFill>
                <a:latin typeface="Calibri"/>
              </a:rPr>
              <a:t>UNDERGRADUATE THESIS · WEEKLY PROGRESS REPORT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10332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Design of a Medical Multimodal-Specific Tokenizer and a Unified Data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BD5E1"/>
                </a:solidFill>
                <a:latin typeface="Calibri"/>
              </a:rPr>
              <a:t>Week 3: physiological time series on PhysioNet 2012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2120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REDOANUZZAMAN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Sichuan University  ·  October 22,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Recap: Week 2 (images)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3  ·  Oct 22,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Source: reports/tables/table_00.csv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371600" cy="475488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371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188720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Foundation and protocol   ✓ done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55648"/>
            <a:ext cx="1371600" cy="475488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55648"/>
            <a:ext cx="1371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755648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Image tokenization (MedMNIST)   ✓ done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322576"/>
            <a:ext cx="1371600" cy="475488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22576"/>
            <a:ext cx="1371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Week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322576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Time series (PhysioNet 2012)   ◀ now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889504"/>
            <a:ext cx="1371600" cy="47548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89504"/>
            <a:ext cx="1371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F2A44"/>
                </a:solidFill>
                <a:latin typeface="Calibri"/>
              </a:rPr>
              <a:t>Week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889504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Adaptation and integration: text, Cataract-101, point clouds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456432"/>
            <a:ext cx="1371600" cy="47548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456432"/>
            <a:ext cx="1371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F2A44"/>
                </a:solidFill>
                <a:latin typeface="Calibri"/>
              </a:rPr>
              <a:t>Week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456432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Downstream tasks and ablations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23360"/>
            <a:ext cx="1371600" cy="47548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023360"/>
            <a:ext cx="1371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F2A44"/>
                </a:solidFill>
                <a:latin typeface="Calibri"/>
              </a:rPr>
              <a:t>Week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023360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Reproducibility and delivery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188720"/>
            <a:ext cx="5486400" cy="2743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1188720"/>
            <a:ext cx="73152" cy="2743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129844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Image results (BloodMNIST test)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1755648"/>
            <a:ext cx="51663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PSNR: continuous 35.717 dB, VQ 28.149 dB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VQ ratio (+overhead): 26.350×, 56 tokens per image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Active codes: 1011 with remedies vs 74 for vanilla VQ-VAE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114800"/>
            <a:ext cx="5486400" cy="1783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114800"/>
            <a:ext cx="73152" cy="17830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22452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45309"/>
                </a:solidFill>
                <a:latin typeface="Calibri"/>
              </a:rPr>
              <a:t>Week-2 checkpoint passed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681728"/>
            <a:ext cx="5166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Data readable, compute enough (GPU re-run), both downstream tasks run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No scope reduction needed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7548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This week: the second fully implemented modality, ICU time series.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Work done: data, missing values,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3  ·  Oct 22,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Source: docs/datasets.md; gridding MAE from reports/tables/table_08.csv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657600" cy="51206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73152" cy="51206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3337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55648"/>
            <a:ext cx="33375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PhysioNet 2012 set-a, open access (ODC-By 1.0)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First 48 h of each ICU stay; 37 variables + 4 static values (age, gender, height, ICU type)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Patient-level split, fixed seed; normalisation and bins fitted on training stays only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Task: in-hospital mortality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657600" cy="51206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188720"/>
            <a:ext cx="73152" cy="51206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298448"/>
            <a:ext cx="3337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45309"/>
                </a:solidFill>
                <a:latin typeface="Calibri"/>
              </a:rPr>
              <a:t>Missing 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755648"/>
            <a:ext cx="33375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Most variables are measured only a few times a day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Hourly grid + an 'observed' mask; empty cells are filled with 0 for the encoder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Errors are scored on observed cells only, never on filled cells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Training hides a random part of the observed cells (denoising), so codes cannot just copy cells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188720"/>
            <a:ext cx="3566160" cy="51206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188720"/>
            <a:ext cx="73152" cy="51206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298448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Calibri"/>
              </a:rPr>
              <a:t>Time encoding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755648"/>
            <a:ext cx="32461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&lt;DT:k&gt; tokens give a coarse time gap between events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The exact time (minutes) is kept in a side channel on every token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Moving raw data onto the hourly grid already costs MAE 0.073 (z); this is shared by all methods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Work done: three representations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3  ·  Oct 22,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3611880" cy="2743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361188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F766E"/>
                </a:solidFill>
                <a:latin typeface="Calibri"/>
              </a:rPr>
              <a:t>A. Continuous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32918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Window autoencoder over the hourly grid; each window gives fp16 latent vectors. Baseline only: not vocabulary tokens.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234440"/>
            <a:ext cx="3611880" cy="2743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234440"/>
            <a:ext cx="361188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41732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F766E"/>
                </a:solidFill>
                <a:latin typeface="Calibri"/>
              </a:rPr>
              <a:t>B. Vector quantisation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965960"/>
            <a:ext cx="32918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Same autoencoder; each latent → nearest of 512 codebook entries. Per window: &lt;PATCH&gt; + 4 codes.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3611880" cy="2743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234440"/>
            <a:ext cx="361188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41732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F766E"/>
                </a:solidFill>
                <a:latin typeface="Calibri"/>
              </a:rPr>
              <a:t>C. Event tokens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965960"/>
            <a:ext cx="32918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Each measurement → &lt;VAR:name&gt; &lt;VBIN:k&gt; (16 quantile bins per variable). Variant 'changes only' writes a value only when its bin changes.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06240"/>
            <a:ext cx="11247120" cy="21031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206240"/>
            <a:ext cx="73152" cy="210312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315968"/>
            <a:ext cx="10927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64748B"/>
                </a:solidFill>
                <a:latin typeface="Calibri"/>
              </a:rPr>
              <a:t>Same for all three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73168"/>
            <a:ext cx="10927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The same discrete static block (age, gender, height, ICU type) starts every sequence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Same splits, same scoring (MAE / RMSE in per-variable z-units on observed cells)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Event tokens learn nothing except the bins, so they are the simplest and most readable option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Results: error, length, compression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3  ·  Oct 22,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Source: reports/tables/table_01.csv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71600"/>
                <a:gridCol w="822960"/>
                <a:gridCol w="1280160"/>
                <a:gridCol w="1097280"/>
                <a:gridCol w="1097280"/>
                <a:gridCol w="1371600"/>
                <a:gridCol w="18288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Representation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positions mean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max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cont. vectors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MAE (z)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RMSE (z)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ratio (fixed)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ratio (+overhead)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A. continuous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56.083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0.147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0.237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1.999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1.960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B. VQ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68.083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0.333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0.471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40.214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28.833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C. event (every obs.)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773.852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1352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0.079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0.249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3.841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3.751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C. event (changes only)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539.369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876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0.079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0.249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5.511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5.300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3611880"/>
            <a:ext cx="11247120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611880"/>
            <a:ext cx="73152" cy="5029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Continuous rows: 48 positions carry fp16 vectors, NOT vocabulary tokens. ratio (+overhead) also counts span delimiters and decoding metadata.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97680"/>
            <a:ext cx="5486400" cy="20574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4297680"/>
            <a:ext cx="73152" cy="2057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40740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Best reconstruction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864608"/>
            <a:ext cx="51663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Event tokens: MAE 0.079 (z), close to the grid error 0.073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Both event variants decode to the same values on observed cells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297680"/>
            <a:ext cx="5486400" cy="20574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4297680"/>
            <a:ext cx="73152" cy="20574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40740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45309"/>
                </a:solidFill>
                <a:latin typeface="Calibri"/>
              </a:rPr>
              <a:t>Shortest and most compact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864608"/>
            <a:ext cx="51663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VQ: 68.083 positions, ratio (+overhead) 28.833×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but the highest error: MAE 0.333 (z)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Results: one test stay, decoded three 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3  ·  Oct 22,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Source: reports/figures/recon_timeseries.png</a:t>
            </a:r>
          </a:p>
        </p:txBody>
      </p:sp>
      <p:pic>
        <p:nvPicPr>
          <p:cNvPr id="7" name="Picture 6" descr="recon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989" y="1051560"/>
            <a:ext cx="6196101" cy="53492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0" y="1188720"/>
            <a:ext cx="4389120" cy="50749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188720"/>
            <a:ext cx="73152" cy="5074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1298448"/>
            <a:ext cx="4069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Reading the plot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1755648"/>
            <a:ext cx="4069080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Black dots = real measurements; lines = decoded values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Event (green) passes through the dots: it stores each measurement as a bin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Continuous (blue) follows the trend closely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VQ (orange) is smoother and misses some peaks: 4 codes must describe a whole window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GCS is almost constant here, so small wiggles look big on this scale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Results: how to fill missing cells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3  ·  Oct 22,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Source: reports/tables/table_11.csv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188720"/>
                <a:gridCol w="1188720"/>
                <a:gridCol w="1463040"/>
                <a:gridCol w="1097280"/>
                <a:gridCol w="1463040"/>
                <a:gridCol w="128016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VQ setting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MAE (z)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RMSE (z)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active codes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util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perplexity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dead %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zero fill + mask (main)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0.333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0.471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512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492.799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last value carried forward (LOCF)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0.612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0.825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510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0.996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262.370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0.391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vanilla VQ-VAE (no remedies)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0.345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0.500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476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0.930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351.172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7.031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3474720"/>
            <a:ext cx="1124712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474720"/>
            <a:ext cx="73152" cy="23774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584448"/>
            <a:ext cx="10927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Decision: keep zero fill + mask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41648"/>
            <a:ext cx="109270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LOCF almost doubles the error (MAE 0.612 vs 0.333), although the mask is given in both cases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LOCF also uses the codebook less evenly (perplexity 262.370 vs 492.799): copied values seem to waste codes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The codebook remedies also matter here: vanilla VQ-VAE leaves codes dead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Other time settings (window length, sampling interval) are ablations in Week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Issues and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3  ·  Oct 22,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48640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73152" cy="237744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B91C1C"/>
                </a:solidFill>
                <a:latin typeface="Calibri"/>
              </a:rPr>
              <a:t>Event sequences are long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1206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Mean 773.852 positions, max 1352. Decision: add the 'changes only' variant (mean 539.369).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548640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73152" cy="23774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7160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B45309"/>
                </a:solidFill>
                <a:latin typeface="Calibri"/>
              </a:rPr>
              <a:t>VQ loses detail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51206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VQ has the highest MAE (0.333). It is the most compact; Week 5 checks whether the task still works.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548640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73152" cy="23774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776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A44"/>
                </a:solidFill>
                <a:latin typeface="Calibri"/>
              </a:rPr>
              <a:t>Fair compression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26280"/>
            <a:ext cx="51206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Same raw-bit scale for all methods; fp16 for continuous values; delimiters and metadata counted in ratio (+overhead).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840480"/>
            <a:ext cx="548640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840480"/>
            <a:ext cx="73152" cy="237744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9776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64748B"/>
                </a:solidFill>
                <a:latin typeface="Calibri"/>
              </a:rPr>
              <a:t>Grid error is shared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526280"/>
            <a:ext cx="51206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The hourly grid itself costs MAE 0.073 (z). It is reported separately so no method is blamed for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Next week and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3  ·  Oct 22,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4206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73152" cy="42062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Plan for Week 4: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47088"/>
            <a:ext cx="51663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Synthetic templated text (v2): round-trip and field-preservation tests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Cataract-101 surgical video: VQ, continuous and phase-event tokens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Point-cloud interface on synthetic surfaces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Integration tests: all modalities in one sequence and one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86400" cy="4206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73152" cy="42062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8988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45309"/>
                </a:solidFill>
                <a:latin typeface="Calibri"/>
              </a:rPr>
              <a:t>Questions for supervisor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47088"/>
            <a:ext cx="51663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Is zero fill + mask acceptable for missing values, or should I also try an interpolation baseline?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Is the 48 h window with an hourly grid fine for the mortality task?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For the thesis, should the main time-series method be event tokens (best error) or VQ (shortest)?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