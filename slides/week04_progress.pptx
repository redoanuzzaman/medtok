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UNDERGRADUATE THESIS · WEEKLY PROGRESS REPORT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 of a Medical Multimodal-Specific Tokenizer and a Unified Data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Week 4: adaptation and integration (text, surgical video, point clouds)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REDOANUZZAMAN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Sichuan University  ·  October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Recap: Week 3 (time series)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reports/tables/table_01.csv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18872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Foundation and protocol   ✓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55648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Image tokenization (MedMNIST)   ✓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22576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22576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22576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Time series (PhysioNet 2012)   ✓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9504"/>
            <a:ext cx="1371600" cy="47548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9504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9504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Adaptation and integration: text, Cataract-101, point clouds   ◀ now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56432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56432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Downstream tasks and ablations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02336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Reproducibility and delivery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5486400" cy="3017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188720"/>
            <a:ext cx="73152" cy="3017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Time-series results (test set)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755648"/>
            <a:ext cx="5166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tokens: lowest error, MAE 0.079 (z), but 773.852 positions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'Changes only' events: 539.369 positions, same error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VQ: 68.083 positions, ratio (+overhead) 28.833×, MAE 0.333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Missing values: zero fill + mask kept (LOCF was worse)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4348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Images and time series are now the two fully implemented modalities. This week adds the three 'adapted' modalities to the same protocol.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Scope of this week (as agreed)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657600"/>
                <a:gridCol w="30175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Modality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is promised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is NOT claimed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Clinical text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Synthetic templated notes (v2)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Lossless round-trip, field preservation, protocol compatibility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Clinical language understanding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Surgical video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Cataract-101 (10 phases)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VQ / continuous / segment tokens; phase events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Comparison with Cholec80 results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3D point cloud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Synthetic surfaces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Interface + tests: normalise → voxel groups → codes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A trained point-cloud model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3484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434840"/>
            <a:ext cx="73152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Cataract-101: Schoeffmann et al., MMSys 2018. Licence CC BY-NC 4.0 (research use only).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All three use the same vocabulary ranges, the same wire format and the same validator as images and time series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Advanced video encoders and point-cloud training stay 'extensions', as agreed at the Week-2 checkpoint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Text: synthetic templated notes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reports/tables/table_13.csv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1737360"/>
                <a:gridCol w="1463040"/>
                <a:gridCol w="128016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exact round-trip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field preservation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tokens mean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ratio (+overhead)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BPE vocab 972, templates v2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51.467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3.418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3.158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73152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SYNTHETIC text: accepted on round-trip, field preservation and protocol compatibility only. It never replaces the downstream tasks.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54864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73152" cy="3200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186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How the notes are made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75888"/>
            <a:ext cx="5166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Rendered from structured fields: several wordings, units, missing values, negation, times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Each note carries the tag synthetic-template:&lt;kind&gt;@v2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No label leakage: ICU notes read only the first hour and never the outcome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Byte-level BPE trained on the training split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4864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73152" cy="3200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186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What the numbers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75888"/>
            <a:ext cx="5166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exact round-trip = share of notes that decode to exactly the same text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field preservation = share of values, units, times and negations that survive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ratio (+overhead) also counts the span delimiters and metadata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Surgical video: Cataract-101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reports/tables/table_02.csv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097280"/>
                <a:gridCol w="914400"/>
                <a:gridCol w="1463040"/>
                <a:gridCol w="173736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positions/min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PSNR dB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SSIM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ratio (fixed)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ratio (+overhead)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util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A. continuous (fp16 vectors)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240.000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22.380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48.000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47.982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B. 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247.500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22.024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2647.091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2593.636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C. segment events (k-means states)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9.873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18.557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0.467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73121.812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53482.877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Annotated phase events (ground truth)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3.189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9.336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3.473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Not comparable with Cholec80 results (other surgery, other 10-phase label set).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Ground-truth phase events = annotation encoding only (label → token → label), NOT phase recognition from video.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Continuous positions carry fp16 vectors and are not vocabulary tokens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Segment events are very short (a new token only when the scene changes), but reconstruct the frames worst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Phase recognition from video tokens is a downstream task in 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Cataract-101: Schoeffmann et al., MMSys 2018. Licence CC BY-NC 4.0 (research use only).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Point clouds: interface and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reports/tables/table_13.csv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1828800"/>
                <a:gridCol w="1828800"/>
                <a:gridCol w="23774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Voxel resolution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Chamfer (rel. to object size)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tokens mean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ratio (+overhead)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res4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0.032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32.200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763.230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155.446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res8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123.700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198.674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98.462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res16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425.850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57.710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44.461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73152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Synthetic surfaces and non-learned features: this shows the interface works, not a trained point-cloud tokenizer.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73152" cy="2194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81728"/>
            <a:ext cx="5166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Normalise → group points into voxels → features → codebook ids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depth_to_points ready for SCARED depth maps if access is granted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114800"/>
            <a:ext cx="73152" cy="21945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2245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81728"/>
            <a:ext cx="5166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Finer voxels: lower Chamfer error, but more tokens and less compression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Same pattern as image patch size: detail costs sequence length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Integration: all modalities in one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tests/test_pipeline_integration.py, reports/figures/token_sequence.png</a:t>
            </a:r>
          </a:p>
        </p:txBody>
      </p:sp>
      <p:pic>
        <p:nvPicPr>
          <p:cNvPr id="7" name="Picture 6" descr="token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2732"/>
            <a:ext cx="6035040" cy="2469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49039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One real test sequence: a synthetic note (sub-word tokens) followed by ICU event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129844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984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1887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Calibri"/>
              </a:rPr>
              <a:t>Image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train → evaluate → encode shards → decode → downstream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221284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128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Calibri"/>
              </a:rPr>
              <a:t>Time-series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688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all three representations; event codec exact on bins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312724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1272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Calibri"/>
              </a:rPr>
              <a:t>Video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3832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VQ / continuous / segments; phase events round-trip exactly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04164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416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9319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Calibri"/>
              </a:rPr>
              <a:t>One model, three modalities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976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multi-task Transformer reads image, ICU and video tokens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73152" cy="15544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6460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How the tests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21808"/>
            <a:ext cx="10927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They run on small SYNTHETIC files laid out exactly like the real datasets, so they need no download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Every sequence passes the validator; malformed input is rejected; JSONL / NPZ round-trips are lossless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Issues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2377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91C1C"/>
                </a:solidFill>
                <a:latin typeface="Calibri"/>
              </a:rPr>
              <a:t>No open clinical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MIMIC notes need credentialed access. Decision: synthetic, versioned templates; claims limited to round-trip and field preservation.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Cholec80 not accessible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Archive needs a CAMMA request. Decision: Cataract-101, clearly marked as not comparable; cited; non-commercial licence respected.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Labels vs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Phase events from ground truth only show the protocol can store annotations. Recognition is measured from video tokens only.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73152" cy="2377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4748B"/>
                </a:solidFill>
                <a:latin typeface="Calibri"/>
              </a:rPr>
              <a:t>Point clouds stay small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Synthetic surfaces only; no training. Kept as an extension, as agreed at the checkpoint.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Next week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4  ·  Oct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Plan for Week 5: tasks and ablations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Image classification (AUROC, macro-F1) on the three MedMNIST subsets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ICU mortality (AUROC, AUPRC) for every time-series representation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One Transformer, fixed splits, same budget, 3 seeds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Ablations: codebook size and time granularity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206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Questions for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Are the text acceptance criteria (round-trip, field preservation, compatibility) enough?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it OK to present Cataract-101 phase recognition as an extra task, not a main result?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Should the point-cloud interface stay in the thesis body or move to an appendix?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