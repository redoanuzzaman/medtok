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9728" cy="23774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EEAD4"/>
                </a:solidFill>
                <a:latin typeface="Calibri"/>
              </a:rPr>
              <a:t>UNDERGRADUATE THESIS · WEEKLY PROGRESS REPORT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Design of a Medical Multimodal-Specific Tokenizer and a Unified Data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BD5E1"/>
                </a:solidFill>
                <a:latin typeface="Calibri"/>
              </a:rPr>
              <a:t>Week 5: downstream tasks and ablations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REDOANUZZAMAN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Calibri"/>
              </a:rPr>
              <a:t>Sichuan University  ·  November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Recap: Week 4 (integration)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reports/tables/table_02.csv, table_13.csv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188720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Foundation and protocol   ✓ 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55648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55648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755648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Image tokenization (MedMNIST)   ✓ done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22576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22576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22576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Time series (PhysioNet 2012)   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889504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889504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Adaptation and integration: text, Cataract-101, point clouds   ✓ done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56432"/>
            <a:ext cx="1371600" cy="47548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56432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56432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Downstream tasks and ablations   ◀ 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1371600" cy="4754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23360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F2A44"/>
                </a:solidFill>
                <a:latin typeface="Calibri"/>
              </a:rPr>
              <a:t>Week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023360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Reproducibility and delivery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188720"/>
            <a:ext cx="5486400" cy="3108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1188720"/>
            <a:ext cx="73152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29844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Done in Week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1755648"/>
            <a:ext cx="51663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Synthetic text v2: exact round-trip 1.000, field preservation 1.000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Cataract-101 video VQ: PSNR 22.024 dB, util 0.998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Point-cloud interface tested on synthetic surfaces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Integration tests: one model reads image, ICU and video tokens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526280"/>
            <a:ext cx="548640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4526280"/>
            <a:ext cx="73152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526280"/>
            <a:ext cx="5212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Text is synthetic; Cataract-101 is not comparable with Cholec80.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Work done: one model, fixed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3200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73152" cy="3200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Same model for every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51663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UnifiedTokenTransformer, trained from scratch on the token shards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It sees only protocol fields, never raw data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Same size and training budget for every representation of a task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Early stopping on validation; best checkpoint tested once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3 seeds; numbers are mean ± std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188720"/>
          <a:ext cx="5486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Headline metrics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Image classification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Blood / Pneumonia / Derma MNIST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AUROC, macro-F1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ICU mortality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PhysioNet 2012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AUROC, AUPRC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Surgical phase (extra)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Cataract-101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Multi-task (extra)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all three, one model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per task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73152" cy="1737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81728"/>
            <a:ext cx="10927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64748B"/>
                </a:solidFill>
                <a:latin typeface="Calibri"/>
              </a:rPr>
              <a:t>Why these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38928"/>
            <a:ext cx="10927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AUROC: ranking quality, does not depend on a threshold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macro-F1 (images) and AUPRC (mortality) show how the rare classes do; mortality is an imbalanced task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Results: all downstream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reports/figures/downstream.png, reports/tables/table_03.csv</a:t>
            </a:r>
          </a:p>
        </p:txBody>
      </p:sp>
      <p:pic>
        <p:nvPicPr>
          <p:cNvPr id="7" name="Picture 6" descr="down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23703"/>
            <a:ext cx="11612880" cy="23245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Test AUROC (surgical phase: macro-F1), mean ± std over 3 seeds. Colours: blue continuous, orange VQ, green event / segments.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51960"/>
            <a:ext cx="548640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251960"/>
            <a:ext cx="73152" cy="2057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6168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18888"/>
            <a:ext cx="51663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Continuous is best on all three subsets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VQ is a little lower, but still clearly learns the task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251960"/>
            <a:ext cx="548640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4251960"/>
            <a:ext cx="73152" cy="2057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36168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45309"/>
                </a:solidFill>
                <a:latin typeface="Calibri"/>
              </a:rPr>
              <a:t>ICU mortality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18888"/>
            <a:ext cx="51663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Event tokens reach about the same AUROC as continuous, with real discrete tokens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VQ is the weakest on mortality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Results: image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reports/tables/table_03.csv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280160"/>
                <a:gridCol w="2011680"/>
                <a:gridCol w="2011680"/>
                <a:gridCol w="21031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Subset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seq len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BloodMNIST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0.983 ± 0.002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0.838 ± 0.015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0.859 ± 0.012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0.966 ± 0.001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0.759 ± 0.007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0.795 ± 0.008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PneumoniaMNIST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0.940 ± 0.007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0.838 ± 0.008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0.859 ± 0.007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0.918 ± 0.006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0.785 ± 0.002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0.817 ± 0.003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DermaMNIST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0.888 ± 0.001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0.363 ± 0.005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0.723 ± 0.001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0.837 ± 0.007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0.274 ± 0.023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0.688 ± 0.002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73152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81728"/>
            <a:ext cx="10927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38928"/>
            <a:ext cx="10927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The gap between VQ and continuous is small in AUROC and larger in macro-F1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DermaMNIST macro-F1 is low for both: some lesion classes are very rare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Results: ICU mortality and extra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reports/tables/table_03.csv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9728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seq len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A. 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61.026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0.783 ± 0.003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0.428 ± 0.003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B. 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73.026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0.727 ± 0.017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0.324 ± 0.022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C. event (every obs.)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775.012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0.778 ± 0.006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0.425 ± 0.021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C. event (changes only)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542.872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0.763 ± 0.018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0.366 ± 0.035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C. event + synthetic note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830.342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0.783 ± 0.003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0.436 ± 0.027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114800"/>
            <a:ext cx="6675120" cy="5943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73152" cy="5943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6400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The note is SYNTHETIC (admission fields only, no outcome): a layout test, not a clinical text result.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06640" y="1188720"/>
          <a:ext cx="4297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4630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Extra task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Surgical phase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0.047 ± 0.000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0.152 ± 0.019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segments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0.102 ± 0.018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406640" y="3017520"/>
          <a:ext cx="4297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9456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Multi-task (one VQ model)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bloodmnist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auroc 0.962 ± 0.001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mortality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auroc 0.729 ± 0.006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surgical_phase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macro_f1 0.137 ± 0.007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406640" y="4846320"/>
            <a:ext cx="4297680" cy="77724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4846320"/>
            <a:ext cx="73152" cy="777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4846320"/>
            <a:ext cx="4023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Surgical phase: Cataract-101, not comparable with Cholec80. Scores are low; it stays an extra task.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6675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Event tokens (every observation) come close to continuous AUROC but need much longer sequences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One multi-task model reaches close to the single-task VQ scores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Ablation: codebook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reports/tables/table_04.csv, table_08.csv, reports/figures/ablation_codebook_size.png</a:t>
            </a:r>
          </a:p>
        </p:txBody>
      </p:sp>
      <p:pic>
        <p:nvPicPr>
          <p:cNvPr id="7" name="Picture 6" descr="ablation_codebook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2965"/>
            <a:ext cx="6583680" cy="256894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40880" y="1143000"/>
          <a:ext cx="46634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118872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Image K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PSNR (blood)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perplexity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ratio (fixed)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25.694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54.444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55.792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26.134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105.125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47.923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26.483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217.927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41.970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26.890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418.472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37.322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27.390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852.622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33.595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886200"/>
          <a:ext cx="6309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280160"/>
                <a:gridCol w="146304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Time-series run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MAE (z)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active codes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util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abl_ts_k64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0.374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abl_ts_k128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0.355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timeseries_vq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0.333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abl_ts_k1024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0.321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040880" y="3657600"/>
            <a:ext cx="4663440" cy="2651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0" y="3657600"/>
            <a:ext cx="73152" cy="2651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3767328"/>
            <a:ext cx="4343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Reading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4224528"/>
            <a:ext cx="4343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•  Bigger codebook: better reconstruction, every code still used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•  But fewer bits saved per token (lower ratio)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•  Time series: error also falls as K grows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•  Image runs here use a short 5-epoch budget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Ablation: time granularity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reports/tables/table_09.csv, table_10.csv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tokens mean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MAE (z)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RMSE (z)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2 h windows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128.083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0.275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0.389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4 h windows (main)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68.083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0.471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8 h windows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38.083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0.555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8 h windows, stride 4 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63.083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0.343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0.496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1887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737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Sampling interval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MAE (z)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gridding MAE (z)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30 min grid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0.348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0.041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60 min grid (main)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0.333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120 min grid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0.299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Calibri"/>
                        </a:rPr>
                        <a:t>0.179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393192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73152" cy="23774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04164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Window length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98848"/>
            <a:ext cx="5166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Shorter windows: lower error, but more tokens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Overlapping 8 h windows recover part of the loss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4 h kept as the balance point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93192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3931920"/>
            <a:ext cx="73152" cy="2377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4164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45309"/>
                </a:solidFill>
                <a:latin typeface="Calibri"/>
              </a:rPr>
              <a:t>Sampling interval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498848"/>
            <a:ext cx="5166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A coarse grid looks easier for the tokenizer (lower MAE) ...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... but the grid itself loses more (higher gridding MAE)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So both errors must be reported together; 60 min kept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Issues and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73152" cy="2377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91C1C"/>
                </a:solidFill>
                <a:latin typeface="Calibri"/>
              </a:rPr>
              <a:t>VQ below continuous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On every image task and on mortality. Discrete tokens cost some accuracy; reported honestly as the price of a shared vocabulary.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3444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73152" cy="2377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45309"/>
                </a:solidFill>
                <a:latin typeface="Calibri"/>
              </a:rPr>
              <a:t>Event tokens are long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2024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About the same AUROC as continuous on mortality, but much longer sequences, so attention cost is higher. Both are reported.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73152" cy="2377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776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45309"/>
                </a:solidFill>
                <a:latin typeface="Calibri"/>
              </a:rPr>
              <a:t>Surgical phase is 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2628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Low macro-F1 on Cataract-101 with 64 px frames. Kept as an extra task, not a main result.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73152" cy="2377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64748B"/>
                </a:solidFill>
                <a:latin typeface="Calibri"/>
              </a:rPr>
              <a:t>Fair budgets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2628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Same model, fixed splits, same epochs and early stopping, 3 seeds for every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Next week and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5  ·  Nov 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0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Plan for Week 6: delivery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7088"/>
            <a:ext cx="51663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Summarise compression, reconstruction, utilisation and task metrics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Check that one script reproduces every table and figure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Finish code, protocol specification, report, demo and notebook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Start the thesis draft from these 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73152" cy="4206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8988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45309"/>
                </a:solidFill>
                <a:latin typeface="Calibri"/>
              </a:rPr>
              <a:t>Questions for supervisor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47088"/>
            <a:ext cx="51663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Is the accuracy gap of VQ vs continuous acceptable as a finding, or should I try to close it?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Is the ablation set (codebook size, time granularity) enough for the thesis?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Should event tokens be the recommended representation for ICU data?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