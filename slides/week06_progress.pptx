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6: results summary, reproducibility and delivery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November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Recap: Week 5 (tasks and ablations)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reports/tables/table_03.csv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18872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Foundation and protocol   ✓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55648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55648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755648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Image tokenization (MedMNIST)   ✓ done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22576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22576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322576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Time series (PhysioNet 2012)   ✓ 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889504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89504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9504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Adaptation and integration: text, Cataract-101, point clouds   ✓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456432"/>
            <a:ext cx="1371600" cy="475488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56432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456432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Downstream tasks and ablations   ✓ 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371600" cy="475488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23360"/>
            <a:ext cx="13716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Week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023360"/>
            <a:ext cx="41605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Reproducibility and delivery   ◀ now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486400" cy="3291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188720"/>
            <a:ext cx="73152" cy="3291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Downstream results (test set)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755648"/>
            <a:ext cx="51663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BloodMNIST AUROC: continuous 0.983 ± 0.002, VQ 0.966 ± 0.001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Mortality AUROC: continuous 0.783 ± 0.003, event 0.778 ± 0.006, VQ 0.727 ± 0.017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Ablations: bigger codebooks reconstruct better; time granularity trades error for length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663440"/>
            <a:ext cx="5486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This week: put everything together, make it reproducible, and deliver code, specification, report and demo.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Summary: compression and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reports/figures/compression_sequence_length.png (ratio (fixed)); reports/tables/table_00-02</a:t>
            </a:r>
          </a:p>
        </p:txBody>
      </p:sp>
      <p:pic>
        <p:nvPicPr>
          <p:cNvPr id="7" name="Picture 6" descr="compression_sequence_l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3977"/>
            <a:ext cx="7589520" cy="383000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46720" y="1188720"/>
            <a:ext cx="36576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188720"/>
            <a:ext cx="73152" cy="4297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29844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Take-aways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755648"/>
            <a:ext cx="33375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VQ gives the biggest storage saving for images and time series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tokens are readable and exact on bins, but long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Video segments are the shortest sequences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Continuous saves little for images and ICU data: it is the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669280"/>
            <a:ext cx="73152" cy="640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Continuous positions carry fp16 vectors, NOT vocabulary tokens. Tables also report ratio (+overhead), which counts span delimiters and decoding metadata.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Summary: reconstruction, code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reports/figures/reconstruction_error.png; reports/tables/table_00.csv, table_01.csv, table_02.csv</a:t>
            </a:r>
          </a:p>
        </p:txBody>
      </p:sp>
      <p:pic>
        <p:nvPicPr>
          <p:cNvPr id="7" name="Picture 6" descr="reconstructi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6458"/>
            <a:ext cx="11612880" cy="309916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343400"/>
          <a:ext cx="54864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554480"/>
                <a:gridCol w="13716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VQ codebook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active codes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util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Image (BloodMNIST)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1011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Time series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Video (Cataract-101)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511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0.998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43434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4343400"/>
            <a:ext cx="73152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4531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Take-aways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910328"/>
            <a:ext cx="5166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Continuous reconstructs best for images and video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Event tokens reconstruct ICU data best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With the three remedies almost every code is used: no collapse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Summary: the two main modalities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reports/tables/table_00.csv, table_01.csv, table_03.csv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280160"/>
                <a:gridCol w="1051560"/>
                <a:gridCol w="1600200"/>
                <a:gridCol w="1280160"/>
                <a:gridCol w="2148840"/>
                <a:gridCol w="2148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positions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reconstruction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 metric 1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task metric 2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Image (BloodMNIST)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PSNR 35.717 dB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0.745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AUROC 0.983 ± 0.002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macro-F1 0.838 ± 0.015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PSNR 28.149 dB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26.350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AUROC 0.966 ± 0.001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macro-F1 0.759 ± 0.007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ICU (PhysioNet 2012)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continuous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56.083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MAE 0.147 (z)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1.960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AUROC 0.783 ± 0.003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AUPRC 0.428 ± 0.003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VQ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68.083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MAE 0.333 (z)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28.833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AUROC 0.727 ± 0.017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AUPRC 0.324 ± 0.022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773.852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MAE 0.079 (z)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3.751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AUROC 0.778 ± 0.006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AUPRC 0.425 ± 0.021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event (changes)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539.369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MAE 0.079 (z)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5.300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AUROC 0.763 ± 0.018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AUPRC 0.366 ± 0.035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89204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892040"/>
            <a:ext cx="73152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Continuous 'positions' are fp16 vectors, not vocabulary tokens. Images: positions per image; ICU: mean positions per stay.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321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Task metrics: test set, mean ± std over 3 seeds, same model and budget per task. Surgical video and text are reported separately (adapted modalities).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A44"/>
                </a:solidFill>
                <a:latin typeface="Calibri"/>
              </a:rPr>
              <a:t>One command: scripts/run_all.sh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7373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44"/>
                </a:solidFill>
                <a:latin typeface="Calibri"/>
              </a:rPr>
              <a:t>1  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download open data, clean, fixed splits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1645920"/>
            <a:ext cx="17373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1448" y="1737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44"/>
                </a:solidFill>
                <a:latin typeface="Calibri"/>
              </a:rPr>
              <a:t>2  tokenizers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19456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train + evaluate every tokenizer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1645920"/>
            <a:ext cx="17373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6" y="1737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44"/>
                </a:solidFill>
                <a:latin typeface="Calibri"/>
              </a:rPr>
              <a:t>3  interfaces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19456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text and point-cloud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3" y="1645920"/>
            <a:ext cx="17373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3" y="1737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44"/>
                </a:solidFill>
                <a:latin typeface="Calibri"/>
              </a:rPr>
              <a:t>4  downstream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3" y="219456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all tasks, 3 seeds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645920"/>
            <a:ext cx="173736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1" y="1737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2A44"/>
                </a:solidFill>
                <a:latin typeface="Calibri"/>
              </a:rPr>
              <a:t>5  ablations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1" y="219456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E293B"/>
                </a:solidFill>
                <a:latin typeface="Calibri"/>
              </a:rPr>
              <a:t>codebook, window, grid, remedies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1645920"/>
            <a:ext cx="1737360" cy="1463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1737360"/>
            <a:ext cx="1600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 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194560"/>
            <a:ext cx="1554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RESULTS.md, tables, figures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548640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383280"/>
            <a:ext cx="73152" cy="2926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9300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What makes it repeatable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50208"/>
            <a:ext cx="5166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Fixed seeds and fixed splits; learned preprocessing fitted on training data only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Each run stores its config, library versions, git commit, logs and metrics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--skip-existing: safe to re-run after a crash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Unit + integration tests on synthetic data, no download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383280"/>
            <a:ext cx="548640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383280"/>
            <a:ext cx="73152" cy="2926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9300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Numbers are never typed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50208"/>
            <a:ext cx="51663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python -m medical_tokenizer.report writes every table and figure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These slides read the same CSV files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GPU re-run on Modal repeated all downstream runs on the same hardware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Small differences can remain from multi-threaded CPU kernels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2984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8872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188720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Python package medical_tokenizer: protocol, codecs, tokenizers, downstream model, CLI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39112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Specification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39112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docs/token_protocol.md: id ranges, special tokens, wire format, positions, bit accounting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89504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89504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reports/RESULTS.md + tables + figures, generated from the experiment outputs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39896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39896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browser demo: data → tokens → data for each modality, plus a mixed sequence as JSONL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700016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7000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90288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590288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notebooks/explore_tokens.ipynb: explore real token sequences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55040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5040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440680"/>
            <a:ext cx="23774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440680"/>
            <a:ext cx="8046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293B"/>
                </a:solidFill>
                <a:latin typeface="Calibri"/>
              </a:rPr>
              <a:t>architecture, datasets (licences, splits), experiment protocol and limits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Limitations to state in 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2057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Continuous is a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Its fp16 vectors are never counted as vocabulary tokens; ratios include fp16 precision, index bits, delimiters and metadata.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73152" cy="2057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984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Cataract-101 ≠ Cholec80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8308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Different surgery and labels: results are not comparable. Ground-truth phase events = annotation encoding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73152" cy="2057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38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Synthetic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Templated notes: accepted on round-trip, field preservation and protocol compatibility only; they never replace the downstream tasks.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5486400" cy="2057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2057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38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64748B"/>
                </a:solidFill>
                <a:latin typeface="Calibri"/>
              </a:rPr>
              <a:t>Small inputs, small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2336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28×28 images, 64×64 frames, a 2-layer Transformer: chosen to compare many settings fairly, not to beat the state of the art.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73152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Cataract-101: Schoeffmann et al., MMSys 2018. Licence CC BY-NC 4.0 (research use only). Point clouds: synthetic surfaces only.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Issues and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B45309"/>
                </a:solidFill>
                <a:latin typeface="Calibri"/>
              </a:rPr>
              <a:t>No single winner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VQ: most compact (images, ICU). Continuous: best task scores. Events: best ICU reconstruction. Decision: the thesis presents trade-offs, not one winner.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7315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716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0F766E"/>
                </a:solidFill>
                <a:latin typeface="Calibri"/>
              </a:rPr>
              <a:t>Scope kept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Images + time series fully done with two tasks; video, text and point clouds adapted, as agreed at the Week-2 checkpoint.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73152" cy="2377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64748B"/>
                </a:solidFill>
                <a:latin typeface="Calibri"/>
              </a:rPr>
              <a:t>Extensions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Better video encoders, point-cloud training, real paired clinical text (needs authorised data), Cholec80 if access is granted.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73152" cy="23774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776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Licences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Calibri"/>
              </a:rPr>
              <a:t>Only open data in the repo; Cataract-101 non-commercial; no patient-level data committed.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Next steps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6  ·  Nov 12,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206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After Week 6: thesis writing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Write the thesis chapters from RESULTS.md and the specification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Use these weekly decks as the outline for the defence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Freeze the code at a tagged commit for the examiners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Fix anything the supervisor asks for in this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206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73152" cy="42062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 for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47088"/>
            <a:ext cx="51663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'trade-offs, no single winner' conclusion the right framing?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Is the set of deliverables complete for submission?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Which results should be in the main text, and which in the appendix?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When can I send you the first full thesis draft?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