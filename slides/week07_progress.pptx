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5EEAD4"/>
                </a:solidFill>
                <a:latin typeface="Calibri"/>
              </a:rPr>
              <a:t>UNDERGRADUATE THESIS · WEEKLY PROGRESS REPORT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3327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Design of a Medical Multimodal-Specific Tokenizer and a Unified Data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BD5E1"/>
                </a:solidFill>
                <a:latin typeface="Calibri"/>
              </a:rPr>
              <a:t>Week 7: validation on linked MIMIC-IV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REDOANUZZAMAN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Calibri"/>
              </a:rPr>
              <a:t>Sichuan University  ·  October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The task and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2103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2103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Task (supervisor, Oct 17)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166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Use the MIMIC-IV multimodal data to test and validate the method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Main experiments used 3 separate public datasets and synthetic 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MIMIC: one patient has several REAL modalities at once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18872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Per patient (linked by subject_id)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Patients (train / val / test)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600 (419 / 89 / 92)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Chest X-ray images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1083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Radiology reports (real text)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600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12-lead ECGs, 7 days before the X-ray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848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Lab tests kept / median results per patient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40 / 29.5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Died within 1 year of the X-ray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E293B"/>
                          </a:solidFill>
                          <a:latin typeface="Calibri"/>
                        </a:rPr>
                        <a:t>90 (15.0 %)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3474720"/>
            <a:ext cx="5486400" cy="21945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73152" cy="2194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84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Timeline of one patient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516636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 = 0: seven days before the X-ray (labs and ECGs start)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Labs and ECGs at their real times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X-ray images and report at t = 7 days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Nothing after the X-ray is included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52160"/>
            <a:ext cx="1124712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852160"/>
            <a:ext cx="73152" cy="50292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Credentialed data: processed on our server only. Slides and GitHub show aggregate numbers only - no X-rays, ECG traces or report 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Method: one sequence per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60604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event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existing TSEventCodec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34440"/>
            <a:ext cx="260604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3258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ECG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window VQ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194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existing TSVQCodec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234440"/>
            <a:ext cx="260604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3258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Chest X-ray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image VQ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194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image VQ, K = 1024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34440"/>
            <a:ext cx="2606040" cy="15087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258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A44"/>
                </a:solidFill>
                <a:latin typeface="Calibri"/>
              </a:rPr>
              <a:t>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7830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sub-word tokens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9456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byte-level BPE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26080"/>
            <a:ext cx="11247120" cy="5486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&lt;BOS&gt;  labs  →  ECG(s)  →  X-ray image(s)  →  report  &lt;EOS&gt;   (one sequence, in time order)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03320"/>
            <a:ext cx="5486400" cy="2606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03320"/>
            <a:ext cx="73152" cy="2606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130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Added this week (2 small changes)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70248"/>
            <a:ext cx="51663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RoutedCodec: ECG and labs are both 'time series' but need different tokenizers; the source is stored in the span, so decoding needs no extra information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Exact long time gaps (next slide)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703320"/>
            <a:ext cx="5486400" cy="2606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703320"/>
            <a:ext cx="73152" cy="26060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8130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2A44"/>
                </a:solidFill>
                <a:latin typeface="Calibri"/>
              </a:rPr>
              <a:t>Unchanged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70248"/>
            <a:ext cx="516636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Tokenizer designs, vocabulary layout and wire format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ECG is a new signal type: same time-series code, only a new config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All 62 unit + integration tests pass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1: the protocol works on real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6400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945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Sequences passing structural validation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600 / 600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Shard save → load identical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Report text exact after the round-trip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Lab pattern exact after the round-trip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Segments decoded back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3,131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Sequence length mean / max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1,128 / 4,394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Compressed size per patient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2.3 KiB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223760" y="1188720"/>
          <a:ext cx="4480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09728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tokens / patient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X-ray images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44.0 %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11.0 %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ECG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31.8 %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Labs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142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12.6 %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393192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Images take the largest share of the sequence; the report is the shortest part.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2: real data found a protocol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27432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Time-gap tokens &lt;DT&gt; are exact only up to 48 h; longer gaps use rounded buckets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PhysioNet stays are 48 h, so this never happened before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MIMIC labs cover 7 days: 6.5 % of test patients have a gap &gt; 48 h and their lab times came back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2743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73152" cy="2743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55648"/>
            <a:ext cx="51663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A long gap is written as a chain of exact ≤ 48 h &lt;DT&gt; tokens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Decoders already add consecutive &lt;DT&gt; tokens: no decoder change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Gaps ≤ 48 h give the same tokens as before, so earlier results do not change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Now: lab pattern exact for 100.0 % of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06240"/>
            <a:ext cx="11247120" cy="54864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73152" cy="5486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Why it matters: synthetic tests and 48-hour data could not reveal this. Real multi-day records did.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New unit test: test_ts_event_long_gaps_keep_exact_time (1 h, 6 h and 24 h grids over 7 days).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3: chest X-ray tokenizer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 - test split, 163 images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05840"/>
                <a:gridCol w="1371600"/>
                <a:gridCol w="1280160"/>
                <a:gridCol w="1828800"/>
                <a:gridCol w="1645920"/>
                <a:gridCol w="173736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Tokenizer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PSNR dB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SSIM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tokens / image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ratio (+overhead)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MedMNIST, zero-shot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28 px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25.39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0.935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498 / 1024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MIMIC-trained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28 px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29.18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0.966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1018 / 1024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8.8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MIMIC-trained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64 px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31.60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0.949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1024 / 1024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272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429000"/>
            <a:ext cx="5486400" cy="2651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73152" cy="2651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5387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95928"/>
            <a:ext cx="5166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MedMNIST codebook reads real X-rays, but uses only part of its codes and blurs more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Same design trained on MIMIC: almost every code used, clearly sharper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Reverse check: MIMIC 28 px tokenizer on PneumoniaMNIST: PSNR 29.70 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429000"/>
            <a:ext cx="5486400" cy="2651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429000"/>
            <a:ext cx="73152" cy="2651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387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95928"/>
            <a:ext cx="51663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tokenizer DESIGN generalises to real hospital images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CODEBOOK should be trained on in-domain images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Images are downsampled: fidelity of the tokenizer, not diagnostic 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4: ECG and lab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486400" cy="14630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73152" cy="14630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ECG: 848 recordings, 12 leads, 100 Hz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5166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251 tokens per 10-second ECG, no code changes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Compression 76× vs a 100 Hz 16-bit signal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7889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ECG test metric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Mean lead correlation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0.728 ± 0.100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PRDN (lower = better)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83.6 ± 15.6 %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Active codes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1016 / 1024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4800600"/>
            <a:ext cx="5486400" cy="86868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00600"/>
            <a:ext cx="73152" cy="8686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2120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Weakest part: the rough waveform shape is kept, fine detail is lost. Next: more codes per window or a convolutional encoder.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Labs: 40 tests over 7 days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169164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1371600"/>
                <a:gridCol w="13716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Lab grid step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tokens / patient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merged results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pattern exact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 h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145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6 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139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2.1 %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24 h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108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10.3 %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217920" y="3703320"/>
            <a:ext cx="5486400" cy="1965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703320"/>
            <a:ext cx="73152" cy="1965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1304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Take-away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70248"/>
            <a:ext cx="5166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The event tokenizer fits real hospital labs without changes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Coarser grid = fewer tokens but more results merged; 6 h chosen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5: real radiology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 - 92 test reports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554480"/>
                <a:gridCol w="2011680"/>
                <a:gridCol w="219456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Text tokenizer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vocabulary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exact round-trip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tokens / report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tokens / word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BPE from synthetic notes (old)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972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379 ± 132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4.72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BPE from MIMIC reports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1,024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166 ± 71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2.07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BPE from MIMIC reports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4,096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100.0 %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124 ± 44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E293B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73152" cy="23774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673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What it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2452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Every tokenizer is lossless on real clinical text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The synthetic-trained vocabulary needs many more tokens per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3657600"/>
            <a:ext cx="73152" cy="2377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767328"/>
            <a:ext cx="5166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Link to Week 4 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24528"/>
            <a:ext cx="51663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Synthetic text was accepted on round-trip only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E293B"/>
                </a:solidFill>
                <a:latin typeface="Calibri"/>
              </a:rPr>
              <a:t>•  Real text confirms the round-trip, and shows the vocabulary must come from real notes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Result 6: are the tokens informative?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Calibri"/>
              </a:rPr>
              <a:t>Source: reports/mimic/MIMIC_RESULTS.md (mimic_metrics.json)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65836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  <a:gridCol w="173736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Input tokens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AUROC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AUPRC</a:t>
                      </a:r>
                    </a:p>
                  </a:txBody>
                  <a:tcPr marT="27432" marB="27432" anchor="ctr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0.633 ± 0.073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0.285 ± 0.069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ecg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0.578 ± 0.056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0.209 ± 0.044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labs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0.694 ± 0.060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0.346 ± 0.079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text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0.670 ± 0.053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0.283 ± 0.066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all (image+ecg+labs+text)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0.778 ± 0.047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E293B"/>
                          </a:solidFill>
                          <a:latin typeface="Calibri"/>
                        </a:rPr>
                        <a:t>0.383 ± 0.091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demographics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0.755 ± 0.070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0.377 ± 0.109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all + demographics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0.781 ± 0.047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E293B"/>
                          </a:solidFill>
                          <a:latin typeface="Calibri"/>
                        </a:rPr>
                        <a:t>0.386 ± 0.091</a:t>
                      </a:r>
                    </a:p>
                  </a:txBody>
                  <a:tcPr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0" y="1188720"/>
            <a:ext cx="4389120" cy="31089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188720"/>
            <a:ext cx="73152" cy="3108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1298448"/>
            <a:ext cx="4069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755648"/>
            <a:ext cx="40690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Task: death within 1 year; 90 of 600 (15.0 %)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5x repeated stratified 5-fold CV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Simple logistic regression on token counts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•  Chance: AUROC 0.5, AUPRC 0.15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074920"/>
            <a:ext cx="11247120" cy="7315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074920"/>
            <a:ext cx="73152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E293B"/>
                </a:solidFill>
                <a:latin typeface="Calibri"/>
              </a:rPr>
              <a:t>Each modality alone is above chance and all four together are best. But age + sex alone is already strong: we claim 'informative and combinable tokens', NOT a mortality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Limits, next steps and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109728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Calibri"/>
              </a:rPr>
              <a:t>Week 7  ·  Oct 17,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576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73152" cy="49377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91C1C"/>
                </a:solidFill>
                <a:latin typeface="Calibri"/>
              </a:rPr>
              <a:t>Limits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33375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600 patients, one hospital: validation, not a clinical model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X-rays downsampled to 28 / 64 px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Mortality is a convenience label; wide CV spread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MIMIC-trained models stay on our server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65760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88720"/>
            <a:ext cx="73152" cy="49377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98448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F766E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55648"/>
            <a:ext cx="333756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Improve the ECG tokenizer (more codes per window, conv encoder)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Try one shared image codebook for MedMNIST + MIMIC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Add the MIMIC chapter to the thesis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3566160" cy="49377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73152" cy="4937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98448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45309"/>
                </a:solidFill>
                <a:latin typeface="Calibri"/>
              </a:rPr>
              <a:t>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55648"/>
            <a:ext cx="324612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Is this validation enough for the thesis, or more MIMIC data?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Keep 1-year mortality, or another task?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E293B"/>
                </a:solidFill>
                <a:latin typeface="Calibri"/>
              </a:rPr>
              <a:t>•  Main text or appendix for the MIMIC results?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